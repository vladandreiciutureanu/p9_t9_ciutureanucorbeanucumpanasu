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Calibr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Automated Testing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6EC"/>
                </a:solidFill>
                <a:latin typeface="Calibri"/>
              </a:rPr>
              <a:t>21 xUnit tests covering Business Rules and core REQs</a:t>
            </a:r>
          </a:p>
          <a:p>
            <a:pPr algn="l"/>
            <a:r>
              <a:rPr sz="2000" b="0">
                <a:solidFill>
                  <a:srgbClr val="FFF6EC"/>
                </a:solidFill>
                <a:latin typeface="Calibri"/>
              </a:rPr>
              <a:t>Airline Flight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Consolas"/>
              </a:rPr>
              <a:t>REQ 5.4 — At least 80% of core business logic verifiable via automated unit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Why Automated Tests?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411480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0604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REQ 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Testability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24028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At least 80% of core business logic must be verifiable via automated unit tests using a standard .NET testing framework.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2606040" cy="411480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828800"/>
            <a:ext cx="260604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BR-1..BR-4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Business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40"/>
            <a:ext cx="224028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Overbooking prevention, 24h cancellation window, admin-only modifications, and one active reservation per passenger per flight.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828800"/>
            <a:ext cx="2606040" cy="411480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260604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5740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Fast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Regression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224028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Every commit runs the full suite in under 2 seconds. Refactoring stays safe — broken behavior surfaces immediately.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828800"/>
            <a:ext cx="2606040" cy="411480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828800"/>
            <a:ext cx="260604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05740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468880"/>
            <a:ext cx="2240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Living Spec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91840"/>
            <a:ext cx="224028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Test names map 1:1 to REQs and BRs. New developers read the test list to understand what the system promises.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Stack &amp;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Test project: AirlineFlightManagement.Tests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457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onsolas"/>
              </a:rPr>
              <a:t>xUnit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Test framework — [Fact] attributes, Assert API, async-friendly.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457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onsolas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Mocking library — replaces IUnitOfWork, ISerpApiClient, IMarkupService and Identity managers with controlled fakes.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457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onsolas"/>
              </a:rPr>
              <a:t>Microsoft.EntityFrameworkCore.InMemory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Optional — in-memory DbContext when integration-style tests are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57800"/>
            <a:ext cx="457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onsolas"/>
              </a:rPr>
              <a:t>dotnet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Single command runs the entire suite, integrates with CI/CD and IDE test explorers.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onsolas"/>
              </a:rPr>
              <a:t>Setup commands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75488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new xunit -n AirlineFlightManagement.Tests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sln add AirlineFlightManagement.Tests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cd AirlineFlightManagement.Tests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add reference ..\Services\...csproj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add reference ..\DataAccess\...csproj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add reference ..\Models\...csproj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add package Moq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add package Microsoft.EFCore.InMemory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# Run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dotnet test --logger "console;verbosity=normal"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Team Split — 21 Tests Across 3 Slices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8C00"/>
                </a:solidFill>
                <a:latin typeface="Calibr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>
                <a:solidFill>
                  <a:srgbClr val="1E2761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454F"/>
                </a:solidFill>
                <a:latin typeface="Calibri"/>
              </a:rPr>
              <a:t>tests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(15 minimum + 6 buffer)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303520" cy="141732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745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Coleg A — Auth &amp;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4028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AuthService_Tests · PassengerService_Tests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060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C6F00"/>
                </a:solidFill>
                <a:latin typeface="Calibri"/>
              </a:rPr>
              <a:t>7 tests · REQ-5/6/7/12/15/18/19, BR-3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37560"/>
            <a:ext cx="5303520" cy="141732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3375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474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Coleg B — Flights &amp;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4048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FlightService_Tests · SystemConfigService_Tests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062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C6F00"/>
                </a:solidFill>
                <a:latin typeface="Calibri"/>
              </a:rPr>
              <a:t>7 tests · REQ-21/22/24/27/39, BR-3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303520" cy="141732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9377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0749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Coleg C — Reservations / Payments /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44068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ReservationService · PaymentService · ReportService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8064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C6F00"/>
                </a:solidFill>
                <a:latin typeface="Calibri"/>
              </a:rPr>
              <a:t>7 tests · BR-1/2/4, REQ-32/33/38/45/46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Coleg A &amp; B — 14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Coleg A — Auth &amp;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AuthService_Tests.cs · PassengerService_Tests.cs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RegisterAsync_CuInputValid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6032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REQ-5, REQ-6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RegisterAsync_CuEmailExistent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2608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RegisterAsync_CuParolaSlaba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91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LoginAsync_CuUserDezactivat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5760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233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AssignRoleAsync_CreeazaSiAtribuie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2336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REQ-7, BR-3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DeactivateUserAsync_IsActiveFalse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389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548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UpdateProfileAsync_ActualizeazaCampuri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5488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Coleg B — Flights &amp;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1488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onsolas"/>
              </a:rPr>
              <a:t>FlightService_Tests.cs · SystemConfigService_Tests.cs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56032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56032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SearchAsync_DBFirstNuChemaApi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032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REQ-22, REQ-24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92608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92608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SearchAsync_FaraDateLocaleChemaApi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92608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29184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291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SearchAsync_NormalizeazaLaIATA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291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65760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6576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CancelFlight_CuRezervariActive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65760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02336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UpdatePrice_CuPretNegativ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02336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BR-3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38912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38912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PersistFlights_DedupeIataData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38912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754880"/>
            <a:ext cx="274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75488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onsolas"/>
              </a:rPr>
              <a:t>SystemConfig_SetCreeazaSiActualizeaza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75488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REQ-27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Coleg C — Reservations, Payments,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ReservationService_Tests.cs · PaymentService_Tests.cs · ReportService_Tests.cs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59152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5915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Acoperă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3591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64240" cy="50292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5292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5292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CreateAsync_CandZborulEFull_Arunca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5292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BR-1 (overbooking)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85292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Negative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5584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5584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CreateAsync_PasagerulAreRezervareActiva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BR-4 (1 / zbor)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3558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Negative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49040"/>
            <a:ext cx="11064240" cy="50292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5876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5876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CreateAsync_SeatOcupat_StatusPending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5876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REQ-32, REQ-33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587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Happy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5196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6168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6168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CreateAsync_CalculeazaTotalPriceCuMarkup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36168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REQ-38 (pricing)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3616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Happy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6460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86460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CancelAsync_SubFereastraDe24h_Arunca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6460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BR-2 (24h window)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86460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6F00"/>
                </a:solidFill>
                <a:latin typeface="Calibri"/>
              </a:rPr>
              <a:t>Negative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5780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36752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6752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ProcessAsync_ConfirmedAndPaid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6752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REQ-45, REQ-47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36752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8A745"/>
                </a:solidFill>
                <a:latin typeface="Calibri"/>
              </a:rPr>
              <a:t>Happy path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70448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870448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GetFlightOccupancy_ProcentCorect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8704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REQ-46 (reports)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8704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Calculation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CODE SNIPPET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Test 1 — BR-1 Overbooking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What it verifies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If sold seats ≥ Aircraft.MaxCapacity,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CreateAsync must throw — and SaveAsync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must NOT be called.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Mocks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41148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• HasActiveReservation → false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• GetWithDetails → flight (cap=100)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• VerifyAvailability → true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• GetByIdAsync (class) → economy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• BeginTransactionAsync → Mock.Of&lt;…&gt;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• CountConfirmed → 100  ← trigger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37360"/>
            <a:ext cx="6675120" cy="45720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8C00"/>
                </a:solidFill>
                <a:latin typeface="Consolas"/>
              </a:rPr>
              <a:t>ReservationService_Tests.cs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77440"/>
            <a:ext cx="612648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// TRIGGER: 100 confirmed reservations,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// aircraft MaxCapacity = 100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mockReservationRepo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.Setup(r =&gt; r.CountConfirmedForFlightAsync(1))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.ReturnsAsync(100);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// ACT + ASSERT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var ex = await Assert.ThrowsAsync&lt;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InvalidOperationException&gt;(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() =&gt; service.CreateAsync(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    passengerId: 1,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    flightId: 1,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    flightClassId: 1));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Assert.Contains("full", ex.Message,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StringComparison.OrdinalIgnoreCase);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mockUow.Verify(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u =&gt; u.SaveAsync(), Times.Never);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CODE SNIPPET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Test 6 — REQ-45 Payment Updates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What it verifies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114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After successful ProcessAsync: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Reservation.Status → ConfirmedAndPaid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Payment.Status → Completed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Unique TransactionId generated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• SaveAsync + CommitAsync called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Pattern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4114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Callback&lt;Payment&gt;(p =&gt; capturedPayment = p)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captures the entity passed to AddAsync,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allowing assertions on its property values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(amount, method, status, transactionId).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37360"/>
            <a:ext cx="6675120" cy="45720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8C00"/>
                </a:solidFill>
                <a:latin typeface="Consolas"/>
              </a:rPr>
              <a:t>PaymentService_Tests.cs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77440"/>
            <a:ext cx="612648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Payment? capturedPayment = null;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mockPaymentRepo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.Setup(p =&gt; p.AddAsync(It.IsAny&lt;Payment&gt;()))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.Callback&lt;Payment&gt;(p =&gt; capturedPayment = p)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.Returns(Task.CompletedTask);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// ACT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var result = await service.ProcessAsync(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reservationId: 1,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method: PaymentMethod.CreditCard,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amount: 125m);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// ASSERT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Assert.True(result.Success);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Assert.Equal(ReservationStatus.ConfirmedAndPaid,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reservation.Status);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Assert.Equal(PaymentStatus.Completed,</a:t>
            </a:r>
          </a:p>
          <a:p>
            <a:pPr algn="l"/>
            <a:r>
              <a:rPr sz="1200" b="0">
                <a:solidFill>
                  <a:srgbClr val="FFF6EC"/>
                </a:solidFill>
                <a:latin typeface="Consolas"/>
              </a:rPr>
              <a:t>    capturedPayment!.Status);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SRS Coverage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7315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22860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Calibri"/>
              </a:rPr>
              <a:t>Business Rules — 4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✓ BR-1  Overbooking prevention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✓ BR-2  24-hour cancellation window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✓ BR-3  Admin-only flight modifications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✓ BR-4  One active reservation / flight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73152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Calibri"/>
              </a:rPr>
              <a:t>Functional REQs —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5029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REQ-5/6  Register + default Customer role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REQ-7    Admin assigns roles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REQ-12   Password policy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REQ-15   Profile update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REQ-18/19  Deactivate / unique email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REQ-21/22/24/27   Flights + IATA + API + config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REQ-32/33/38/39   Booking core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REQ-45/46/47      Payment +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73152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Calibri"/>
              </a:rPr>
              <a:t>Quality — REQ 5.4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50292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Target: at least 80% of core business logic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verified by automated tests.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Achieved: 21 tests on the 3 services that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encapsulate the business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1605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60520"/>
            <a:ext cx="73152" cy="210312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2976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Calibri"/>
              </a:rPr>
              <a:t>Not in xUnit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50292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REQ-23/26  UI display — manual tests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REQ-48     JavaScript validation — Jest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REQ-49/50  UX notifications — manual</a:t>
            </a:r>
          </a:p>
          <a:p>
            <a:pPr algn="l"/>
            <a:r>
              <a:rPr sz="1200" b="0">
                <a:solidFill>
                  <a:srgbClr val="36454F"/>
                </a:solidFill>
                <a:latin typeface="Consolas"/>
              </a:rPr>
              <a:t>REQ-8/9/10 DBMS —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Airline Flight Management — Automated Testing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6454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40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Calibri"/>
              </a:rPr>
              <a:t>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21 / 21 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10058400" cy="2011680"/>
          </a:xfrm>
          <a:prstGeom prst="roundRect">
            <a:avLst>
              <a:gd name="adj" fmla="val 10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3200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28A745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6454F"/>
                </a:solidFill>
                <a:latin typeface="Calibri"/>
              </a:rPr>
              <a:t>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60320"/>
            <a:ext cx="3200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DC3545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49039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6454F"/>
                </a:solidFill>
                <a:latin typeface="Calibri"/>
              </a:rPr>
              <a:t>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560320"/>
            <a:ext cx="3200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1E2761"/>
                </a:solidFill>
                <a:latin typeface="Calibri"/>
              </a:rPr>
              <a:t>~1.7s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749039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6454F"/>
                </a:solidFill>
                <a:latin typeface="Calibri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  <a:latin typeface="Calibri"/>
              </a:rPr>
              <a:t>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Each colleague writes new files only — zero merge conflicts.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Test names map 1:1 to REQ / BR — easy traceability for the SRS.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Moq isolates services from DB + external API — tests run in milliseconds.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Suite is the safety net for future refactors and feature additions.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644652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onsolas"/>
              </a:rPr>
              <a:t>dotnet test --logger "console;verbosity=normal"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