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046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384349"/>
            <a:ext cx="8167241" cy="3083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3674120"/>
            <a:ext cx="601898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Airline Flight Management Platform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8379" y="4316239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modern </a:t>
            </a:r>
            <a:r>
              <a:rPr lang="en-US" sz="1100" dirty="0" smtClean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solution </a:t>
            </a: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for flight search, booking, and reservation management </a:t>
            </a:r>
            <a:r>
              <a:rPr lang="en-US" sz="1100" dirty="0" smtClean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designed for passengers and built for scale.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Platform Overview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Smart Flight Search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Search flights by origin, destination, and date. Real-time results with pricing and available classes.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Instant Booking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Reserve seats in seconds. Passengers receive instant confirmation with full transaction details.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Passenger Profiles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Each user manages their own profile, contact info, and full reservation and payment history.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Admin Analytics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Administrators access occupancy and revenue reports to monitor performance across all flights.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4496"/>
            <a:ext cx="677440" cy="63857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1394495"/>
            <a:ext cx="867493" cy="63857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938922"/>
            <a:ext cx="655681" cy="66934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2331" y="2876698"/>
            <a:ext cx="763935" cy="731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08893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User Experience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0182" y="502072"/>
            <a:ext cx="3403327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Getting Started in Seconds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237" y="1028030"/>
            <a:ext cx="3794224" cy="37205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19254" y="2103909"/>
            <a:ext cx="166858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Registration &amp; Onboarding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819254" y="2343001"/>
            <a:ext cx="2349178" cy="72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New users register with their email and password, and immediately fill in their passenger profile — full name, phone number, and home address. The streamlined form ensures a frictionless onboarding experience.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819254" y="3151138"/>
            <a:ext cx="2349178" cy="512043"/>
          </a:xfrm>
          <a:prstGeom prst="roundRect">
            <a:avLst>
              <a:gd name="adj" fmla="val 8540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359" y="3299594"/>
            <a:ext cx="130076" cy="1041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57540" y="3253532"/>
            <a:ext cx="1906786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Already have an account? Sign in directly and pick up where you left off.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20725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User Experience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6605" y="509215"/>
            <a:ext cx="4644330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Secure Sign-In &amp; Profile Management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56605" y="101061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Sign In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56605" y="1243087"/>
            <a:ext cx="448292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Returning users authenticate with email and password. A "Remember Me" option keeps sessions active for convenience.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1605558"/>
            <a:ext cx="4482926" cy="31348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92837" y="1875383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Passenger Profile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92837" y="2107853"/>
            <a:ext cx="229917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Each passenger has a dedicated profile page displaying their personal details. Contact information can be updated at any time through the </a:t>
            </a:r>
            <a:r>
              <a:rPr lang="en-US" sz="8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Edit Contact Information</a:t>
            </a: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flow.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837" y="2750418"/>
            <a:ext cx="2299171" cy="11251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1960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Core Feature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8066" y="536972"/>
            <a:ext cx="4345930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Flight Search — Fast &amp; Intuitive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037258"/>
            <a:ext cx="7947794" cy="3347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066" y="4489847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Users enter their </a:t>
            </a:r>
            <a:r>
              <a:rPr lang="en-US" sz="9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origin</a:t>
            </a:r>
            <a:r>
              <a:rPr lang="en-US" sz="9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9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destination</a:t>
            </a:r>
            <a:r>
              <a:rPr lang="en-US" sz="9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and </a:t>
            </a:r>
            <a:r>
              <a:rPr lang="en-US" sz="9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travel date</a:t>
            </a:r>
            <a:r>
              <a:rPr lang="en-US" sz="9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to instantly retrieve available flights. Results display airline, schedule, available seat classes, and pricing — including promotional fares highlighted in real time. One click takes the passenger straight to booking.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0107" y="259259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Booking Flow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50107" y="388516"/>
            <a:ext cx="2784277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From Search to Confirmed Seat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817" y="673447"/>
            <a:ext cx="3922291" cy="17950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14126" y="1971334"/>
            <a:ext cx="736375" cy="28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Receive Confirmation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4686091" y="1971334"/>
            <a:ext cx="736376" cy="28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Complete Payment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3763100" y="1971334"/>
            <a:ext cx="736375" cy="28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Select &amp; Review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2819934" y="2042260"/>
            <a:ext cx="736375" cy="141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Search Flight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107" y="2553221"/>
            <a:ext cx="3216027" cy="228860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525448" y="3375821"/>
            <a:ext cx="1455523" cy="18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Reservation Details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525448" y="3561649"/>
            <a:ext cx="2382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Each reservation shows the full itinerary — airline, route, departure time, seat number, and class. Passengers can view all active and past bookings from a single, clean interface.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5711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 smtClean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Payments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4489" y="569565"/>
            <a:ext cx="585861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Seamless Payment &amp; Transaction Tracking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1158701"/>
            <a:ext cx="4970190" cy="3526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25071" y="1674614"/>
            <a:ext cx="154833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Payment Confirmation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25071" y="1941091"/>
            <a:ext cx="254905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Upon successful payment, passengers receive a detailed confirmation screen with transaction ID, date, method (Credit Card or Bank Transfer), amount, and full flight details.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25071" y="268054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Payment History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25071" y="2947020"/>
            <a:ext cx="254905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dedicated </a:t>
            </a:r>
            <a:r>
              <a:rPr lang="en-US" sz="8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My Payment History</a:t>
            </a:r>
            <a:r>
              <a:rPr lang="en-US" sz="8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page lists all past transactions with status indicators, making it easy to track spending and verify completed bookings.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71" y="3697709"/>
            <a:ext cx="2549054" cy="460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42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Administration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32433"/>
            <a:ext cx="60724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Passenger &amp; Account Management</a:t>
            </a:r>
            <a:endParaRPr lang="en-US" sz="2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8021"/>
            <a:ext cx="8151763" cy="18881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83559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Administrators have access to a complete list of registered passengers, including their contact details and account status. The </a:t>
            </a:r>
            <a:r>
              <a:rPr lang="en-US" sz="11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Active</a:t>
            </a:r>
            <a:r>
              <a:rPr lang="en-US" sz="11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status indicator allows quick oversight of the user base, enabling efficient account management at scale.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21766"/>
            <a:ext cx="140583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Analytics &amp; Reporting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03759" y="519708"/>
            <a:ext cx="447749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Data-Driven Insights for Operators</a:t>
            </a:r>
            <a:endParaRPr lang="en-US" sz="2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061219"/>
            <a:ext cx="4677817" cy="199645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59" y="3147343"/>
            <a:ext cx="4677817" cy="15846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45746" y="1563365"/>
            <a:ext cx="16053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Flight Occupancy Report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845746" y="1809155"/>
            <a:ext cx="239910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Track seat sales per flight within any time interval. Key metrics include </a:t>
            </a:r>
            <a:r>
              <a:rPr lang="en-US" sz="8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total flights</a:t>
            </a: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8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seats sold</a:t>
            </a: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and </a:t>
            </a:r>
            <a:r>
              <a:rPr lang="en-US" sz="8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average occupancy rate</a:t>
            </a: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helping operators identify underperforming routes.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845746" y="248416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Revenue Report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845746" y="2729954"/>
            <a:ext cx="239910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daily aggregated financial report, accessible exclusively to administrators, provides a clear view of revenue trends across the platform.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746" y="3266108"/>
            <a:ext cx="2399109" cy="9536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356815"/>
            <a:ext cx="454044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Why This Platform Stands Out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863132" y="907107"/>
            <a:ext cx="4846737" cy="888504"/>
          </a:xfrm>
          <a:prstGeom prst="roundRect">
            <a:avLst>
              <a:gd name="adj" fmla="val 58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91868" y="1035844"/>
            <a:ext cx="1761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End-to-End Experience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91868" y="1294805"/>
            <a:ext cx="45892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From search to payment confirmation, every step is covered in one unified platform.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863132" y="1904107"/>
            <a:ext cx="4846737" cy="888504"/>
          </a:xfrm>
          <a:prstGeom prst="roundRect">
            <a:avLst>
              <a:gd name="adj" fmla="val 58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91868" y="203284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Role-Based Access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91868" y="2291804"/>
            <a:ext cx="45892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Passengers manage their own journeys. Admins oversee operations with powerful reporting tools.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863132" y="2901107"/>
            <a:ext cx="4846737" cy="888504"/>
          </a:xfrm>
          <a:prstGeom prst="roundRect">
            <a:avLst>
              <a:gd name="adj" fmla="val 58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91868" y="302984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Real-Time Data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91868" y="3288804"/>
            <a:ext cx="45892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Live pricing, promotional fares, and occupancy metrics keep both users and operators fully informed.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63132" y="3898106"/>
            <a:ext cx="4846737" cy="888504"/>
          </a:xfrm>
          <a:prstGeom prst="roundRect">
            <a:avLst>
              <a:gd name="adj" fmla="val 58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91868" y="402684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Built to Scale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991868" y="4285804"/>
            <a:ext cx="458926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clean architecture and intuitive UI make this platform ready for growth across multiple airlines and routes.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585</Words>
  <Application>Microsoft Office PowerPoint</Application>
  <PresentationFormat>On-screen Show (16:9)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Inter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Mircea</cp:lastModifiedBy>
  <cp:revision>8</cp:revision>
  <dcterms:created xsi:type="dcterms:W3CDTF">2026-05-12T10:11:47Z</dcterms:created>
  <dcterms:modified xsi:type="dcterms:W3CDTF">2026-05-12T10:31:55Z</dcterms:modified>
</cp:coreProperties>
</file>